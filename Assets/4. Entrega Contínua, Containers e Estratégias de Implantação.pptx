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f1b8615a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f1b8615a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f1b8615a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f1b8615a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f1b8615a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f1b8615a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f1b8615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f1b8615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f1b8615a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f1b8615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f1b8615a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f1b8615a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f1b8615ae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f1b8615ae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f1b8615a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f1b8615a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0968d152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0968d152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f1b8615ae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f1b8615ae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0968d152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0968d152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f1b8615a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df1b8615a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f1b8615ae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f1b8615ae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f1b8615ae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f1b8615ae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f1b8615ae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f1b8615ae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f1b8615a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f1b8615a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0968d152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0968d152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0968d152e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0968d152e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dc9c88cf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dc9c88c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deivisontakatu/projeto-docker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deivisontakatu/projeto-kubernetes" TargetMode="External"/><Relationship Id="rId4" Type="http://schemas.openxmlformats.org/officeDocument/2006/relationships/hyperlink" Target="https://github.com/deivisontakatu/projeto-kubernete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Entrega Contínua, Containers e Estratégias de Implantação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entrega contínua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Entrega Contínua (Continuous Delivery) é uma prática DevOps que garante que o software esteja: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Sempre testado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Sempre integrado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Sempre pronto para produção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Testes automatizados detectam erros rapidamente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Deploys menores reduzem impacto de falhas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Rollback rápido em caso de problemas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Ambientes padronizados evitam incompatibilidades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Ambientes de deploy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Desenvolvimento (DEV)</a:t>
            </a:r>
            <a:endParaRPr/>
          </a:p>
          <a:p>
            <a:pPr indent="-304165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Ambiente utilizado pelos desenvolvedores</a:t>
            </a:r>
            <a:endParaRPr/>
          </a:p>
          <a:p>
            <a:pPr indent="-304165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Criação e testes iniciais da aplicação</a:t>
            </a:r>
            <a:endParaRPr/>
          </a:p>
          <a:p>
            <a:pPr indent="-304165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Alterações frequentes no código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Homologação (HML)</a:t>
            </a:r>
            <a:endParaRPr/>
          </a:p>
          <a:p>
            <a:pPr indent="-304165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Simula o ambiente de produção</a:t>
            </a:r>
            <a:endParaRPr/>
          </a:p>
          <a:p>
            <a:pPr indent="-304165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Realização de testes finais e validações</a:t>
            </a:r>
            <a:endParaRPr/>
          </a:p>
          <a:p>
            <a:pPr indent="-304165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Verificação de desempenho e integração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Produção (PRD)</a:t>
            </a:r>
            <a:endParaRPr/>
          </a:p>
          <a:p>
            <a:pPr indent="-304165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Ambiente utilizado pelos usuários finais</a:t>
            </a:r>
            <a:endParaRPr/>
          </a:p>
          <a:p>
            <a:pPr indent="-304165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Sistema em funcionamento oficial</a:t>
            </a:r>
            <a:endParaRPr/>
          </a:p>
          <a:p>
            <a:pPr indent="-304165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Exige estabilidade, segurança e disponibilidade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4572000" y="650107"/>
            <a:ext cx="45720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pt-BR">
                <a:solidFill>
                  <a:schemeClr val="dk2"/>
                </a:solidFill>
              </a:rPr>
              <a:t>Padronização entre Ambientes</a:t>
            </a:r>
            <a:endParaRPr b="1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Mesmas configurações e dependências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Redução de erros e incompatibilidades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Uso de containers com Docker facilita consistência</a:t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b="1" lang="pt-BR">
                <a:solidFill>
                  <a:schemeClr val="dk2"/>
                </a:solidFill>
              </a:rPr>
              <a:t>Validação Antes da Publicação Final</a:t>
            </a:r>
            <a:endParaRPr b="1"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Execução de testes automatizados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Aprovação das funcionalidades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pt-BR">
                <a:solidFill>
                  <a:schemeClr val="dk2"/>
                </a:solidFill>
              </a:rPr>
              <a:t>Garantia de qualidade antes do deploy em produção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b="1" lang="pt-BR">
                <a:solidFill>
                  <a:schemeClr val="dk2"/>
                </a:solidFill>
              </a:rPr>
              <a:t>Objetivo</a:t>
            </a:r>
            <a:r>
              <a:rPr lang="pt-BR">
                <a:solidFill>
                  <a:schemeClr val="dk2"/>
                </a:solidFill>
              </a:rPr>
              <a:t>: reduzir falhas e aumentar a confiabilidade das entregas.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Rollback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utilizado para: Restaurar rapidamente o funcionamento da aplicação; Minimizar impactos para os usuários; e Garantir continuidade do serviço.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Benefícios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Redução do tempo de indisponibilidade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Maior segurança nas publicações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Recuperação rápida de erros em produção</a:t>
            </a:r>
            <a:endParaRPr/>
          </a:p>
          <a:p>
            <a:pPr indent="-317500" lvl="1" marL="914400" rtl="0" algn="just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Mais confiabilidade no processo de deploy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>
                <a:latin typeface="Courier New"/>
                <a:ea typeface="Courier New"/>
                <a:cs typeface="Courier New"/>
                <a:sym typeface="Courier New"/>
              </a:rPr>
              <a:t>Deploy → Monitoramento → Falha detectada → Rollback automático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Deploy e Release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deploy é o processo técnico de publicação da aplicação em um servidor ou ambiente de execução. Já o release é a liberação das funcionalidades para os usuários finais, podendo ocorrer junto ou após o deploy.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Na cultura DevOps, a automação do deploy com ferramentas como Docker, Kubernetes e Jenkins aumenta a velocidade, reduz erros humanos e melhora a confiabilidade das entregas de software.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Blue/Green Deployment utiliza dois ambientes para permitir trocas rápidas entre versões, enquanto o Canary Deployment libera a nova versão gradualmente para parte dos usuários, reduzindo riscos.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Infraestrutura e Ambientes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virtualização permite executar múltiplos sistemas no mesmo hardware, melhorando recursos, isolamento, flexibilidade e eficiência dos ambientes computacionais.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computação em nuvem oferece recursos sob demanda, alta disponibilidade, escalabilidade e maior facilidade na implantação e manutenção aplicações.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Monitoramento e logs acompanham desempenho, identificam falhas rapidamente, registram eventos importantes e garantem ambientes automatizados, estáveis e escaláveis.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 de containers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Isolamento de Aplicações e Dependências</a:t>
            </a:r>
            <a:endParaRPr/>
          </a:p>
          <a:p>
            <a:pPr indent="-304165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Aplicações executadas de forma isolada</a:t>
            </a:r>
            <a:endParaRPr/>
          </a:p>
          <a:p>
            <a:pPr indent="-304165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Redução de conflitos entre sistemas e ambientes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Portabilidade entre Ambientes</a:t>
            </a:r>
            <a:endParaRPr/>
          </a:p>
          <a:p>
            <a:pPr indent="-304165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Funcionamento consistente em diferentes ambientes</a:t>
            </a:r>
            <a:endParaRPr/>
          </a:p>
          <a:p>
            <a:pPr indent="-304165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Facilidade de mover aplicações entre servidores</a:t>
            </a:r>
            <a:endParaRPr/>
          </a:p>
          <a:p>
            <a:pPr indent="-325755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Eficiência e Escalabilidade</a:t>
            </a:r>
            <a:endParaRPr/>
          </a:p>
          <a:p>
            <a:pPr indent="-304165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Menor consumo de recursos que máquinas virtuais</a:t>
            </a:r>
            <a:endParaRPr/>
          </a:p>
          <a:p>
            <a:pPr indent="-304165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Facilidade para replicar e escalar aplicações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Objetivo</a:t>
            </a:r>
            <a:r>
              <a:rPr lang="pt-BR"/>
              <a:t>: Garantir aplicações portáveis, padronizadas e eficientes em ambientes DevOps.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Docker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5212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1718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Docker é uma plataforma de containers utilizada para criar, executar e gerenciar aplicações isoladas de forma rápida e padronizada.</a:t>
            </a:r>
            <a:endParaRPr/>
          </a:p>
          <a:p>
            <a:pPr indent="-31718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Os containers empacotam aplicações com dependências necessárias, reduzindo conflitos entre bibliotecas, sistemas operacionais e ambientes diferentes utilizados.</a:t>
            </a:r>
            <a:endParaRPr/>
          </a:p>
          <a:p>
            <a:pPr indent="-317183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Docker garante padronização entre desenvolvimento, testes e produção, facilitando deploys, manutenção, portabilidade e escalabilidade das aplicações modernas.</a:t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4200" y="1842380"/>
            <a:ext cx="3619724" cy="203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Imagens e containers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Uma imagem Docker é um modelo pronto contendo aplicação, bibliotecas e configurações necessárias para criar ambientes padronizados e reutilizáveis.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container é a execução prática da imagem, funcionando como uma instância isolada da aplicação em determinado ambiente computacional.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reutilização de imagens facilita deploys rápidos, padronização dos ambientes e execução eficiente de aplicações em diferentes servidores.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 Exemplo Docker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Este projeto demonstra como criar uma aplicação simples utilizando Docker, permitindo executar serviços isolados de maneira padronizada e portátil.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aplicação utiliza Node.js para criar um servidor HTTP simples, executado dentro de containers Docker com dependências configuradas automaticamente.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projeto ensina criação de imagens, execução de containers, gerenciamento básico Docker e padronização de ambientes para desenvolvimento moderno.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Exemplo</a:t>
            </a:r>
            <a:r>
              <a:rPr lang="pt-BR"/>
              <a:t>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https://github.com/deivisontakatu/projeto-docker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Kubernetes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Kubernetes é uma plataforma de orquestração de containers responsável por automatizar o gerenciamento, execução e monitoramento de aplicações distribuídas em ambientes modernos.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ferramenta controla containers automaticamente, realizando deploys, balanceamento de carga, reinicialização de serviços e gerenciamento de recursos computacionais continuamente.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Kubernetes oferece escalabilidade e alta disponibilidade, permitindo aumentar aplicações conforme demanda e manter serviços funcionando mesmo durante falhas servidores.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Projeto Exemplo Docker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Este projeto demonstra como criar e orquestrar uma aplicação simples utilizando Kubernetes, permitindo gerenciamento automatizado de containers em ambientes modernos.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aplicação utiliza Node.js executando dentro de containers Docker gerenciados por Pods, Deployments e Services do Kubernetes.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projeto ensina orquestração de containers, escalabilidade, gerenciamento automatizado de aplicações e comunicação entre serviços em ambientes DevOps.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pt-BR"/>
              <a:t>Exemplo</a:t>
            </a:r>
            <a:r>
              <a:rPr lang="pt-BR"/>
              <a:t>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https://github.com/deivisontakatu/projeto-</a:t>
            </a:r>
            <a:r>
              <a:rPr lang="pt-BR" u="sng">
                <a:solidFill>
                  <a:schemeClr val="hlink"/>
                </a:solidFill>
                <a:hlinkClick r:id="rId4"/>
              </a:rPr>
              <a:t>kubernetes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Pods e services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Os Pods são a menor unidade executável do Kubernetes, responsáveis por executar containers e aplicações dentro do cluster.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Os Services permitem comunicação entre aplicações, fornecendo acesso estável aos Pods mesmo quando containers são recriados automaticamente.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Services também realizam balanceamento de carga, distribuindo requisições entre múltiplos containers para garantir disponibilidade e escalabilidade das aplicações.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Orquestração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orquestração automatiza o gerenciamento de containers, permitindo controlar criação, execução e monitoramento das aplicações em ambientes distribuídos.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Ferramentas como Kubernetes realizam escalonamento automático, aumentando ou reduzindo containers conforme demanda e utilização dos recursos computacionais.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orquestração também garante alta disponibilidade, recuperando aplicações automaticamente em caso de falhas ou indisponibilidade dos containers.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Estratégias de implantação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1. Blue-Green: Utiliza dois ambientes idênticos, permitindo trocar rapidamente entre versão antiga e nova da aplicação com baixo downtime.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2. Canary Release: Libera a nova versão para pequena parte dos usuários, reduzindo riscos antes da implantação completa da aplicação.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3. Rolling Update: Atualiza containers gradualmente, substituindo versões antigas sem interromper totalmente o funcionamento da aplicação em produção.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4. Feature Flags: Permite ativar ou desativar funcionalidades sem realizar novo deploy, oferecendo maior controle sobre liberações e testes em produção.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Observabilidade pós-release</a:t>
            </a:r>
            <a:endParaRPr/>
          </a:p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Monitoramento contínuo das aplicações após implantação em produção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Coleta de métricas, logs e desempenho dos serviços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Identificação rápida de falhas, gargalos e indisponibilidades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Ferramentas Utilizadas</a:t>
            </a:r>
            <a:endParaRPr/>
          </a:p>
          <a:p>
            <a:pPr indent="-310832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Prometheus</a:t>
            </a:r>
            <a:endParaRPr/>
          </a:p>
          <a:p>
            <a:pPr indent="-310832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Grafana</a:t>
            </a:r>
            <a:endParaRPr/>
          </a:p>
          <a:p>
            <a:pPr indent="-310832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ELK Stack (Elasticsearch, Logstash e Kibana)</a:t>
            </a:r>
            <a:endParaRPr/>
          </a:p>
          <a:p>
            <a:pPr indent="-310832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Datadog</a:t>
            </a:r>
            <a:endParaRPr/>
          </a:p>
          <a:p>
            <a:pPr indent="-310832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New Relic</a:t>
            </a:r>
            <a:endParaRPr/>
          </a:p>
          <a:p>
            <a:pPr indent="-310832" lvl="1" marL="914400" rtl="0" algn="just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pt-BR"/>
              <a:t>Jaeger</a:t>
            </a:r>
            <a:endParaRPr/>
          </a:p>
          <a:p>
            <a:pPr indent="-334328" lvl="0" marL="4572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/>
              <a:t>Objetivo</a:t>
            </a:r>
            <a:r>
              <a:rPr lang="pt-BR"/>
              <a:t>: garantir estabilidade, disponibilidade e rápida detecção de problemas.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Gerenciando Entrega Contínua</a:t>
            </a:r>
            <a:endParaRPr/>
          </a:p>
        </p:txBody>
      </p:sp>
      <p:sp>
        <p:nvSpPr>
          <p:cNvPr id="152" name="Google Shape;15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Modelos de maturidade auxiliam organizações na evolução DevOps, melhorando processos, integração contínua, automação e qualidade das entregas realizadas.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gestão de riscos reduz impactos em produção através monitoramento, testes automatizados, rollback rápido e controle eficiente das implantações.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Problemas comuns incluem deploys raros, baixa qualidade, retrabalho e ausência automação, dificultando estabilidade, confiabilidade e escalabilidade das aplicações.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BR"/>
              <a:t>Evolução do Gerenciamento de Dados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Abordagem Tradicional: Mudanças manuais via DBA, scripts SQL soltos e falta de sincronia entre código e banco. O banco de dados é um "obstáculo" para a entrega contínua.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Design Evolucionário: Tratar o Banco de Dados como código. Toda mudança de esquema é versionada e aplicada incrementalmente, permitindo evoluções sem medo.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BR"/>
              <a:t>Database Migrations no Pipeline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Os scripts de migração são arquivos utilizados para controlar alterações no banco de dados de forma organizada e versionada.</a:t>
            </a:r>
            <a:endParaRPr/>
          </a:p>
        </p:txBody>
      </p:sp>
      <p:pic>
        <p:nvPicPr>
          <p:cNvPr id="165" name="Google Shape;16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887" y="2012050"/>
            <a:ext cx="5976226" cy="30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SILVA, Rodrigo. Entrega contínua em Android: como automatizar a distribuição de apps. São Paulo: Casa do Código, 2016.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ARUNDEL, J.; DOMINGUS, J. DevOps nativo de nuvem com Kubernetes. São Paulo: Novatec, 2019.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VITALINO, J. F. N.; CASTRO, M. A. N. Descomplicando o Docker. 2. ed. São Paulo: Brasport, 2018.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MUNIZ, A.; et al. Jornada DevOps: Unindo Cultura Ágil, Lean e Tecnologia Para Entrega de Software Com Qualidade. São Paulo: Brasport, 2019.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