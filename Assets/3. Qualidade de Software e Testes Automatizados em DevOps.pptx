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e9f944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e9f944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1b99de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1b99de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1b99de5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1b99de5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f1b99de5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f1b99de5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fe9f944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fe9f944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b4d5612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b4d561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f1b99de5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f1b99de5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1b99de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f1b99de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1b99de5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f1b99de5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f1b99de5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f1b99de5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f1b99de5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f1b99de5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f1b99de5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f1b99de5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f1b99de5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f1b99de5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f1b99de5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f1b99d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c9c88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c9c88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deivisontakatu/projeto-devops-test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4580"/>
              <a:t>Qualidade de Software e Testes Automatizados em DevOps</a:t>
            </a:r>
            <a:endParaRPr sz="45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Qualidade de Software e Testes Automatizados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 desenvolvimento moderno de software exige entregas rápidas, frequentes e com alta qualidade. Entretanto, muitas equipes ainda enfrentam problemas como falhas em produção, retrabalho constante, erros manuais em deploys e dificuldade para manter a estabilidade dos sistemas.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Em modelos tradicionais, desenvolvimento, testes e operações trabalham de forma separada. Como consequência, muitos problemas são descobertos apenas nas fases finais do projeto, aumentando custos, atrasos e riscos para o negócio.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 cultura DevOps surge como uma abordagem para integrar equipes, automatizar processos e acelerar entregas com maior confiabilidade. Nesse contexto, os testes automatizados tornam-se essenciais para validar funcionalidades continuamente e garantir qualidade durante todo o ciclo de desenvolvimento.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Estratégia de Testes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Técnicos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Unitários: validam funções e métodos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Integração: verificam comunicação entre módulos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Performance: avaliam velocidade e estabilidade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de Negócio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Aceitação: validam requisitos do cliente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Regras de negócio: verificam processos do sistema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Experiência do usuário: validam usabilidade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Os diferentes tipos de testes atuam em conjunto para garantir qualidade, confiabilidade, estabilidade e alinhamento do software aos objetivos definidos.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Responsáveis pela validação de pequenas partes do sistema, como funções, métodos e componentes isolados do código.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São executados de forma rápida e automatizada, permitindo identificar falhas durante o desenvolvimento antes da integração completa da aplicação.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Facilitam a manutenção do software, aumentam a confiabilidade das funcionalidades e reduzem custos com correções futuras.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integração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Responsáveis por verificar a comunicação e o funcionamento conjunto entre módulos, serviços, APIs e bancos de dados da aplicação.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Permitem identificar falhas na troca de informações entre componentes que funcionam corretamente de forma isolada, mas apresentam problemas quando integrados.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Garantem maior estabilidade do sistema, validando fluxos completos e reduzindo riscos de inconsistências em ambientes de produção.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performance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Responsáveis por avaliar o comportamento do sistema em diferentes condições de uso, analisando velocidade, estabilidade e capacidade de resposta.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Permitem identificar gargalos, falhas de escalabilidade e problemas de desempenho antes da aplicação entrar em produção.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Validam o funcionamento da aplicação sob alta carga de usuários, grande volume de dados e processamento intenso.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Projeto de Testes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Exemplo de </a:t>
            </a:r>
            <a:r>
              <a:rPr lang="pt-BR"/>
              <a:t>projeto desenvolvido para demonstrar integração contínua utilizando GitHub Actions para executar automaticamente testes unitários, integração e performance em aplicações Node.js.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testes automatizados validam funcionalidades isoladas, comunicação entre componentes e desempenho da aplicação durante alterações realizadas no código-fonte.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Projeto</a:t>
            </a:r>
            <a:r>
              <a:rPr lang="pt-BR"/>
              <a:t>: </a:t>
            </a:r>
            <a:r>
              <a:rPr lang="pt-BR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https://github.com/deivisontakatu/projeto-devops-testes</a:t>
            </a:r>
            <a:endParaRPr>
              <a:solidFill>
                <a:srgbClr val="0097A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Funcionais e Não Funcionais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Funcionais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Validação das funcionalidades do sistema com base em requisitos definidos e regras de negócio da aplicação.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Verificam se o software executa corretamente as operações esperadas pelo usuário em cenários reais de utilização.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Não Funcionais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Avaliam características relacionadas à qualidade e comportamento da aplicação durante sua execução.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Performance; Capacidade; Segurança; Escalabilidade; e Disponibilidade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Aceitação Automatizados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Validam requisitos de negócio e garantem que o sistema atenda às necessidades esperadas pelo usuário e pela organização.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Funcionam como uma “especificação executável”, permitindo validar comportamentos reais da aplicação de forma automatizada.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Boas práticas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Evitar dependência excessiva da interface gráfica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Criar testes estáveis e reutilizáveis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Automatizar cenários críticos do negócio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Manter testes simples e objetivos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qualidade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Qualidade de software representa a capacidade do sistema atender requisitos, necessidades do usuário e objetivos do negócio com eficiência.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 software de qualidade deve apresentar confiabilidade, estabilidade, facilidade de manutenção e capacidade de evolução ao longo do tempo.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ambientes DevOps, a qualidade deixa de ser responsabilidade exclusiva dos testes e passa a integrar todo o ciclo de desenvolvimento, entrega e operação.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Métricas de qualidade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579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As métricas de qualidade permitem avaliar o desempenho, confiabilidade e manutenção do software durante o desenvolvimento e operação.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Indicadores como cobertura de testes, quantidade de falhas, complexidade do código e tempo de resposta auxiliam na identificação de problemas.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ambientes DevOps, o monitoramento contínuo da qualidade possibilita feedback rápido, melhoria contínua e maior estabilidade das aplicações.</a:t>
            </a:r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6252600" y="736525"/>
            <a:ext cx="25797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2"/>
                </a:solidFill>
              </a:rPr>
              <a:t>Exemplos de métricas</a:t>
            </a:r>
            <a:endParaRPr b="1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pt-BR" sz="1200">
                <a:solidFill>
                  <a:schemeClr val="dk2"/>
                </a:solidFill>
              </a:rPr>
              <a:t>Cobertura de testes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Exemplo: 85% do código validado automaticamente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pt-BR" sz="1200">
                <a:solidFill>
                  <a:schemeClr val="dk2"/>
                </a:solidFill>
              </a:rPr>
              <a:t>Quantidade de falhas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Exemplo: 3 erros encontrados após deploy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pt-BR" sz="1200">
                <a:solidFill>
                  <a:schemeClr val="dk2"/>
                </a:solidFill>
              </a:rPr>
              <a:t>Tempo de resposta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Exemplo: API respondendo em 120 ms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pt-BR" sz="1200">
                <a:solidFill>
                  <a:schemeClr val="dk2"/>
                </a:solidFill>
              </a:rPr>
              <a:t>Disponibilidade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Exemplo: sistema disponível 99,9% do tempo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pt-BR" sz="1200">
                <a:solidFill>
                  <a:schemeClr val="dk2"/>
                </a:solidFill>
              </a:rPr>
              <a:t>Taxa de sucesso dos builds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Exemplo: 95% das pipelines</a:t>
            </a:r>
            <a:r>
              <a:rPr lang="pt-BR" sz="1200">
                <a:solidFill>
                  <a:schemeClr val="dk2"/>
                </a:solidFill>
              </a:rPr>
              <a:t> </a:t>
            </a:r>
            <a:r>
              <a:rPr lang="pt-BR" sz="1200">
                <a:solidFill>
                  <a:schemeClr val="dk2"/>
                </a:solidFill>
              </a:rPr>
              <a:t>executadas sem falhas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review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 colaborativo de revisão de código realizado pela equipe antes da integração das alterações ao projeto principal.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 identificar erros, vulnerabilidades, problemas de desempenho e oportunidades de melhoria na implementação do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Também contribui para padronização do código, compartilhamento de conhecimento e fortalecimento das práticas de qualidade no desenvolvimento.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Débito técnico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Débito técnico representa decisões de desenvolvimento que aceleram entregas no curto prazo, mas geram dificuldades futuras de manutenção e evolução.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Pode surgir por ausência de testes, código mal estruturado, documentação insuficiente ou implementação rápida sem boas práticas de qualidade.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acúmulo de débito técnico aumenta custos, reduz produtividade e dificulta a estabilidade do sistema ao longo do tempo.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e Dependências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divisão do sistema em componentes facilita manutenção, reutilização de código e organização da arquitetura da aplicação.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gerenciamento de dependências permite controlar bibliotecas, frameworks e versões utilizadas durante o desenvolvimento do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Problemas de incompatibilidade entre dependências podem gerar o chamado “dependency hell”, dificultando atualizações, builds e estabilidade do sistema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Scripts de Build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Scripts de build automatizam processos necessários para compilação, testes, empacotamento e preparação de aplicações para implantação em diferentes ambientes.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Ferramentas como Apache Maven, Apache Ant, Gradle e npm scripts permitem padronizar tarefas de desenvolvimento e reduzir erros manuais durante o ciclo de entrega contínua.</a:t>
            </a:r>
            <a:endParaRPr/>
          </a:p>
          <a:p>
            <a:pPr indent="-32575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Um script de build deve ser repetível, produzindo sempre o mesmo resultado sob as mesmas condições, independentemente do ambiente ou da máquina utilizada.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"scripts": { 							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  "build": "npm install &amp;&amp; npm test"	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// Exemplo com npm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MORAES, Guilherme. Caixa de ferramentas DevOps: um guia para construção, administração e arquitetura de sistemas modernos. São Paulo: Casa do Código, 2015.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SATO, D. DevOps na prática: entrega de software confiável e automatizada. São Paulo: Casa do Código, 2014.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MUNIZ, A. et al. Jornada DevOps: unindo cultura ágil, lean e tecnologia para entrega de software com qualidade. São Paulo: Brasport, 2019.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