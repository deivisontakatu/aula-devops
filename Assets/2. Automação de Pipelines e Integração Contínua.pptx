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1bb7f9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1bb7f9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f1bb7f9c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f1bb7f9c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fca84ea4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fca84ea4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f1bb7f9c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f1bb7f9c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f1bb7f9c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f1bb7f9c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f1bb7f9c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f1bb7f9c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f1bb7f9c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f1bb7f9c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f1bb7f9c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f1bb7f9c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fe369908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fe36990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f1bb7f9c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f1bb7f9c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dc9c88c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dc9c88c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deivisontakatu/projeto-devop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deivisontakatu/projeto-variavel-ambient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Automação de Pipelines e Integração Contínua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de pipeline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Pipeline: Sequência de validações automatizadas executadas durante o ciclo de entrega do software.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Build uma única vez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 mesmo artefato é promovido entre ambientes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Mesmo deploy em todos os ambientes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Desenvolvimento → Homologação → Produção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Falhou? Para tudo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Nenhuma etapa continua após erro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5304475" y="1957400"/>
            <a:ext cx="3527700" cy="2313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/>
              <a:t>Um desenvolvedor altera a tela de login de um sistema e envia o código para o GitHub. A partir disso, o pipeline inicia automaticamente:</a:t>
            </a:r>
            <a:endParaRPr sz="1200"/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/>
              <a:t>O sistema baixa o código atualizado</a:t>
            </a:r>
            <a:endParaRPr sz="12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/>
              <a:t>Compila a aplicação</a:t>
            </a:r>
            <a:endParaRPr sz="12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/>
              <a:t>Executa testes automáticos</a:t>
            </a:r>
            <a:endParaRPr sz="12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/>
              <a:t>Verifica a qualidade do código</a:t>
            </a:r>
            <a:endParaRPr sz="12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/>
              <a:t>Gera uma nova versão da aplicação</a:t>
            </a:r>
            <a:endParaRPr sz="12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/>
              <a:t>Pública</a:t>
            </a:r>
            <a:r>
              <a:rPr lang="pt-BR" sz="1200"/>
              <a:t> em ambiente de homologação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build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pipeline de build é a etapa responsável por preparar automaticamente o software para execução ou distribuição.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objetivo é garantir que o sistema consiga ser construído corretamente antes das próximas etapas do pipeline.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Principais funções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Compilação automatizada do projeto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Geração de artefatos de software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arquivos .jar, .war, .apk, containers Docker etc.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Verificação inicial da integridade do código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</a:t>
            </a:r>
            <a:r>
              <a:rPr lang="pt-BR"/>
              <a:t>de testes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pipeline de testes executa automaticamente validações no sistema após o processo de build.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objetivo é g</a:t>
            </a:r>
            <a:r>
              <a:rPr lang="pt-BR"/>
              <a:t>arantir que novas alterações não quebrem funcionalidades existentes do sistema.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Principais funções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Execução automática de testes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Validação contínua da aplicação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Identificação rápida de falhas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Monitoramento de execução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monitoramento de execução permite acompanhar todas as etapas do pipeline em tempo real.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Objetivo é facilitar a identificação rápida de problemas e melhorar a confiabilidade do processo de entrega contínua.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Principais funções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Acompanhamento do status do pipeline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Registro de logs e análise de erros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Coleta de métricas de desempenho e falhas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as Code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Pipeline as Code é a prática de definir pipelines utilizando arquivos de configuração versionados junto ao código do projeto.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Jenkins, o pipeline pode ser definido em um arquivo chamado Jenkinsfile armazenado no próprio repositório do projeto.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Principais características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Definição do pipeline em arquivos versionados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Automação reproduzível e padronizada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Integração com Git e ferramentas de CI/CD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829" y="2842900"/>
            <a:ext cx="3219470" cy="19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Assim como Jenkins, temos uma f</a:t>
            </a:r>
            <a:r>
              <a:rPr lang="pt-BR"/>
              <a:t>erramenta nativa do GitHub utilizada para automatizar processos de integração, testes e deploy do projeto.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Os workflows podem iniciar automaticamente em ações como: Push de código; Pull requests; Criação de releases; e Publicação de tags.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Exemplo: </a:t>
            </a:r>
            <a:r>
              <a:rPr lang="pt-BR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https://github.com/deivisontakatu/projeto-devops/</a:t>
            </a:r>
            <a:endParaRPr>
              <a:solidFill>
                <a:srgbClr val="0097A7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36">
                <a:latin typeface="Courier New"/>
                <a:ea typeface="Courier New"/>
                <a:cs typeface="Courier New"/>
                <a:sym typeface="Courier New"/>
              </a:rPr>
              <a:t>on: [push]                 # Executa o workflow quando houver push no repositório</a:t>
            </a:r>
            <a:endParaRPr sz="1436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36">
                <a:latin typeface="Courier New"/>
                <a:ea typeface="Courier New"/>
                <a:cs typeface="Courier New"/>
                <a:sym typeface="Courier New"/>
              </a:rPr>
              <a:t>jobs:                      # Define os processos (jobs) do workflow</a:t>
            </a:r>
            <a:endParaRPr sz="1436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36">
                <a:latin typeface="Courier New"/>
                <a:ea typeface="Courier New"/>
                <a:cs typeface="Courier New"/>
                <a:sym typeface="Courier New"/>
              </a:rPr>
              <a:t>  build:                   # Nome do job</a:t>
            </a:r>
            <a:endParaRPr sz="1436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36">
                <a:latin typeface="Courier New"/>
                <a:ea typeface="Courier New"/>
                <a:cs typeface="Courier New"/>
                <a:sym typeface="Courier New"/>
              </a:rPr>
              <a:t>    runs-on: ubuntu-latest # Executa o job em uma máquina Ubuntu Linux</a:t>
            </a:r>
            <a:endParaRPr sz="1436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Shell Scripting e Automação com Bash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Shell Script permite automatizar tarefas executadas no terminal por meio de comandos em sequência.</a:t>
            </a:r>
            <a:endParaRPr/>
          </a:p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Scripts Bash são utilizados para criar rotinas automáticas em sistemas Linux e Unix, facilitando operações administrativas.</a:t>
            </a:r>
            <a:endParaRPr/>
          </a:p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Automação operacional é utilizado para automatizar processos de infraestrutura, deploy, backup, monitoramento e configuração de ambientes.</a:t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71">
                <a:latin typeface="Courier New"/>
                <a:ea typeface="Courier New"/>
                <a:cs typeface="Courier New"/>
                <a:sym typeface="Courier New"/>
              </a:rPr>
              <a:t>#!/bin/bash                 # Define o interpretador Bash</a:t>
            </a:r>
            <a:endParaRPr sz="157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71">
                <a:latin typeface="Courier New"/>
                <a:ea typeface="Courier New"/>
                <a:cs typeface="Courier New"/>
                <a:sym typeface="Courier New"/>
              </a:rPr>
              <a:t>echo "Executando backup..." # Exibe mensagem no terminal</a:t>
            </a:r>
            <a:endParaRPr sz="157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71">
                <a:latin typeface="Courier New"/>
                <a:ea typeface="Courier New"/>
                <a:cs typeface="Courier New"/>
                <a:sym typeface="Courier New"/>
              </a:rPr>
              <a:t>cp -r projeto/ backup/      # Copia a pasta do projeto para backup</a:t>
            </a:r>
            <a:endParaRPr sz="157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71">
                <a:latin typeface="Courier New"/>
                <a:ea typeface="Courier New"/>
                <a:cs typeface="Courier New"/>
                <a:sym typeface="Courier New"/>
              </a:rPr>
              <a:t>echo "Verificando CSS..."   # Exibe mensagem de verificação</a:t>
            </a:r>
            <a:endParaRPr sz="157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71">
                <a:latin typeface="Courier New"/>
                <a:ea typeface="Courier New"/>
                <a:cs typeface="Courier New"/>
                <a:sym typeface="Courier New"/>
              </a:rPr>
              <a:t>grep "color" style.css      # Procura a palavra "color" no arquivo CSS</a:t>
            </a:r>
            <a:endParaRPr sz="157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 de ambiente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Variáveis de ambiente são usadas para armazenar configurações externas ao código da aplicação.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Configurações e informações sensíveis não devem ficar diretamente no código-fonte.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Permitem proteger informações sensíveis como: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Senhas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Tokens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Chaves de API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Dados de conexão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 de ambiente - Exemplo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Exemplo</a:t>
            </a:r>
            <a:r>
              <a:rPr lang="pt-BR"/>
              <a:t>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https://github.com/deivisontakatu/projeto-variavel-ambiente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projeto demonstra, de forma prática, como aplicações modernas utilizam variáveis de ambiente em processos automatizados de integração contínua.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exemplo mostra a separação entre código e configurações sensíveis, além da automação de tarefas utilizando pipelines no GitHub Actions.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Objetivo</a:t>
            </a:r>
            <a:r>
              <a:rPr lang="pt-BR"/>
              <a:t>: Apresentar conceitos básicos de DevOps, automação e segurança de configuração em aplicações.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Scripts reutilizáveis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Scripts reutilizáveis permitem executar as mesmas tarefas em diferentes projetos e ambientes. 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Garantem que atividades como build, testes e deploy sejam executadas sempre da mesma forma. 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3721"/>
              <a:buChar char="●"/>
            </a:pPr>
            <a:r>
              <a:rPr lang="pt-BR"/>
              <a:t>Alterações podem ser feitas em um único script, reduzindo retrabalho e simplificando atualizações.</a:t>
            </a:r>
            <a:endParaRPr sz="21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4741475" y="1152475"/>
            <a:ext cx="40908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crontab -e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0 8 * * * /home/scripts/backup.sh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 │ │ │ │ │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 │ │ │ │ └── Dia da semana (todos)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 │ │ │ └──── Mês (todos)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 │ │ └────── Dia do mês (todos)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 │ └──────── Hora (08h)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 └────────── Minuto (0)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O script backup.sh será executado automaticamente todos os dias às 08:00.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PIRES, Alessandro; MILITÃO, Jefferson. Integração contínua com Jenkins. São Paulo: Casa do Código, 2019.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SILVA, R. Entrega contínua em Android: como automatizar a distribuição de apps. São Paulo: Casa do Código, 2016.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